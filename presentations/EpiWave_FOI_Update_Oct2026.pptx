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w the model and code work" id="{94367050-2338-81a1-70b2-4eb6652992d8}">
          <p14:sldIdLst>
            <p14:sldId id="256"/>
            <p14:sldId id="257"/>
            <p14:sldId id="258"/>
            <p14:sldId id="259"/>
          </p14:sldIdLst>
        </p14:section>
        <p14:section name="What the simulation study shows" id="{9b7f2ab9-5fae-d92b-c1be-5476ab0ea744}">
          <p14:sldIdLst>
            <p14:sldId id="260"/>
            <p14:sldId id="261"/>
            <p14:sldId id="262"/>
          </p14:sldIdLst>
        </p14:section>
        <p14:section name="Where things stand" id="{b65c2164-d065-7a71-f024-13d25a01f719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Five-minute update in three parts: how the model and code fit together, an honest reading of the simulation study, and the plan. I end with five short questions where I need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right. Stage 1 has no inference: entomological inputs, adjusted for ITN and IRS, go into the Ross-Macdonald equations, solved once per site. That gives I-star, new infections per person per day. Stage 2 uses log I-star as a fixed offset: alpha is the overall level, epsilon is what the mechanism gets wrong, a spatial GP each month linked by AR(1). Two likelihoods: case counts, where population enters, and prevalence surveys. Prevalence is computed from I itself, not from the ODE, which lets the two data streams separate alpha from the reporting rate gamma.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equation maps to one function, so any line of maths can be traced to the code. The one choice that is mine rather than epiwave.mapping's is the prevalence link: epiwave.mapping uses the linear sum of recent infections times detectability; I use one minus exp of that sum, the probability of at least one detectable infection. They agree when the sum is small, and mine cannot exceed 1. That is question 1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rewrote the code so I can defend every line. The model file is about 440 lines in five sections; the walkthrough and plots are a separate script; the priors are written once. Nothing numerical changed: a test compares the new code with the old commit. The simulated data are identical, and the greta joint log-density is identical at fixed parameter values in five configurations. The test also fails if a prior moves slightly, so it can detect a change. Commit 64a06b9.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correction to July. I called alpha recovery the money result: 80 percent coverage with I-star, 0 without. But without I-star, alpha also absorbs the average of log I-star; its bias of minus 1.92 equals mean log I-star, minus 1.92. True by construction. Sigma squared inflates for the same reason. The fair comparison is the map: error falls by a median 2.4 percent with I-star, which wins in 41 of 50 replicates. Real but small. What I keep from the alpha story is the interpretation: with I-star, the residual map means where the mechanism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reasons, all in the simulation design, not the model. One: every site gets the same seasonal mosquito curve and the same ITN scale-up, so I-star is identical across sites and carries no spatial information. Two: we score the map only where we have data, and every site has data every month, so a GP alone fits it; the benefit of I-star should show where data are missing. Three, a correction from Melbourne: 30 percent meant 30 percent of site-months surveyed, not 30 percent of people; 50 to 200 were tested out of 10,000. The unrealistic part is the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and gamma mix reasonably. The three GP parameters do not, in either model: median R-hat 2 to 4 against a target of 1.05, so I can't use these numbers to judge the model yet. After this study I reparameterised: sample the marginal variance and derive sigma squared, with a Beta(2,2) prior on theta, because sigma squared and theta traded off along a ridge. The paper's 50-replicate numbers predate that change, so its prior table needs correcting or the study rerunning. Plan: one long replicate as a gate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Honestly: since April most of my coding time went into Stage 2 on simulated data. Stage 1, the contribution of the PhD, is still three placeholder functions, and intervention effects are simple multipliers with no human-behaviour component. The T+H biting model is the task from June and nothing blocks it. The code is now built so Stage 1 functions can be swapped in without touching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tracks. Now: fix the simulation design so it can show the spatial benefit, run one long replicate to check convergence under the new priors, and write the one-page VCOM verdict, since it decides how I build the EIP. Next: Stage 1, starting with the temperature-and-humidity biting model from the hackathon, then EIP and temperature-dependent c, then the biting-rate, human-behaviour and intervention model, equations first. In parallel: Mozambique data in a side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One: the prevalence link; the bounded form is my choice, the linear form is epiwave.mapping's. Two: cases are monthly but I is a daily rate, so gamma also carries the 30-day step; epiwave.mapping multiplies by days per month. Three: whether held-out map accuracy should be the headline. Four: build or reuse for the EIP and temperature-dependent c. Five: with fewer surveys being funded, whether a sparse or no-survey scenario is the next 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EpiWave-FOI  · 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EpiWave-FOI: the code, the study, and what comes next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PhD progress update  ·  October 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Ernest Moyo  ·  NM-AIST / Vector Atlas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framework on one page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STAGE 1  ·  FIXED INPUTS, SOLVED ONCE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STAGE 2  ·  BAYESIAN (GRETA)</a:t>
            </a:r>
            <a:endParaRPr lang="en-US" sz="1100" dirty="0"/>
          </a:p>
        </p:txBody>
      </p:sp>
      <p:sp>
        <p:nvSpPr>
          <p:cNvPr id="5" name="Vector Atlas"/>
          <p:cNvSpPr/>
          <p:nvPr/>
        </p:nvSpPr>
        <p:spPr>
          <a:xfrm>
            <a:off x="548640" y="1828800"/>
            <a:ext cx="2194560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Vector Atlas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m, a, g per pixel and month</a:t>
            </a:r>
            <a:endParaRPr lang="en-US" sz="1500" dirty="0"/>
          </a:p>
        </p:txBody>
      </p:sp>
      <p:sp>
        <p:nvSpPr>
          <p:cNvPr id="6" name="Interventions"/>
          <p:cNvSpPr/>
          <p:nvPr/>
        </p:nvSpPr>
        <p:spPr>
          <a:xfrm>
            <a:off x="548640" y="3200400"/>
            <a:ext cx="2194560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Interventions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ITN and IRS scale m, a, g</a:t>
            </a:r>
            <a:endParaRPr lang="en-US" sz="1500" dirty="0"/>
          </a:p>
        </p:txBody>
      </p:sp>
      <p:sp>
        <p:nvSpPr>
          <p:cNvPr id="7" name="Ross-Macdonald"/>
          <p:cNvSpPr/>
          <p:nvPr/>
        </p:nvSpPr>
        <p:spPr>
          <a:xfrm>
            <a:off x="3291840" y="2514600"/>
            <a:ext cx="2103120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Ross-Macdonald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ODE solved once per site</a:t>
            </a:r>
            <a:endParaRPr lang="en-US" sz="1500" dirty="0"/>
          </a:p>
        </p:txBody>
      </p:sp>
      <p:sp>
        <p:nvSpPr>
          <p:cNvPr id="8" name="I* = m·a·b·z"/>
          <p:cNvSpPr/>
          <p:nvPr/>
        </p:nvSpPr>
        <p:spPr>
          <a:xfrm>
            <a:off x="5943600" y="2514600"/>
            <a:ext cx="164592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F4E79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I* = m·a·b·z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per person per day</a:t>
            </a:r>
            <a:endParaRPr lang="en-US" sz="1500" dirty="0"/>
          </a:p>
        </p:txBody>
      </p:sp>
      <p:sp>
        <p:nvSpPr>
          <p:cNvPr id="9" name="log I = α + log I* + ε"/>
          <p:cNvSpPr/>
          <p:nvPr/>
        </p:nvSpPr>
        <p:spPr>
          <a:xfrm>
            <a:off x="8138160" y="1828800"/>
            <a:ext cx="3474720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 I = α + log I* + 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ε: spatial GP each month, linked by AR(1)</a:t>
            </a:r>
            <a:endParaRPr lang="en-US" sz="1500" dirty="0"/>
          </a:p>
        </p:txBody>
      </p:sp>
      <p:sp>
        <p:nvSpPr>
          <p:cNvPr id="10" name="Cases"/>
          <p:cNvSpPr/>
          <p:nvPr/>
        </p:nvSpPr>
        <p:spPr>
          <a:xfrm>
            <a:off x="8138160" y="3200400"/>
            <a:ext cx="1645920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Cases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Poisson(γ·I·N)</a:t>
            </a:r>
            <a:endParaRPr lang="en-US" sz="1500" dirty="0"/>
          </a:p>
        </p:txBody>
      </p:sp>
      <p:sp>
        <p:nvSpPr>
          <p:cNvPr id="11" name="Surveys"/>
          <p:cNvSpPr/>
          <p:nvPr/>
        </p:nvSpPr>
        <p:spPr>
          <a:xfrm>
            <a:off x="9966960" y="3200400"/>
            <a:ext cx="1645920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</a:ln>
        </p:spPr>
        <p:txBody>
          <a:bodyPr wrap="square" lIns="114300" tIns="114300" rIns="114300" bIns="1143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Surveys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Binomial(T, p(I))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2286000"/>
            <a:ext cx="548640" cy="54864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2743200" y="3108960"/>
            <a:ext cx="548640" cy="54864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297180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7589520" y="2286000"/>
            <a:ext cx="548640" cy="6858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0" y="2743200"/>
            <a:ext cx="0" cy="4572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789920" y="2743200"/>
            <a:ext cx="0" cy="4572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Interventions act on the entomology, before the ODE. The GP captures where the mechanism is wrong. Prevalence is computed from I, so both data streams inform α and 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equations, five functions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  <a:gridCol w="3291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Equation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Function in R/epiwave-foi-model.R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dx/dt, dz/dt  (Ross-Macdonald)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ross_macdonald_ode()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Human and mosquito infection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I* = m · a · b · z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compute_mechanistic_prediction()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Mechanistic incidence rate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ε_t = θ ε_(t−1) + f_t,  f_t ~ GP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gp() + ar1()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Space-time residual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log I = α + log I* + ε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fit_epiwave_gp()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Latent incidence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 = 1 − exp(−Σ I·q)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build_detectability_matrix()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Prevalence from I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file, read top to bottom: priors, Stage 1, Stage 2, simulation, scoring. Every matrix is sites ×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Simpler code, identical numbers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1085 → 441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lines in the model file; demo and plots moved to R/run_demo.R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 place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for the priors, shared by the model and the prior predictive check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 of 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model set-ups match the old greta model exactly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tests/refactor_equivalence.R confirms the simulated data are identical and the model is unchanged. Old scripts are archived, not deleted.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With I*, the map improves, but only slightly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2.4%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median reduction in map error (RMSE) with I*; better in 41 of 50 replicates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−1.92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880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"α bias" of the I* = 0 model. It equals mean(log I*), so it is not a failure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Without I*, α must also absorb the average of log I*, so the two models' α are different quantities. The fair comparison is the map. I am dropping "α coverage 0% vs 80%" as the headline.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the gain is small: the study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I* is flat in space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simulated site has the same entomology. The spread of I* across sites is 0, so only seasonality is tested.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Scored where data exist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site has cases every month, which a GP alone fits well. Mapping is prediction where data are missing.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Surveys too frequent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Surveys at 30% of site-months (0.5–2% of people tested). Real surveys come about every 3 years.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Fix: different entomology per site, score at held-out sites, realistic survey frequency, and a sparse-survey scenario.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GP parameters have not converged, in either model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Parameter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R-hat, with I*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R-hat, I* = 0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Coverage, with I*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α  (intercept)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1.10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1.12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76%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γ  (reporting)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1.02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1.08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74%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φ  (lengthscale)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2.12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2.63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32%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σ²  (GP variance)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2.38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4.12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52%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θ  (AR1)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2.20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2.61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8%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Median R-hat over 50 replicates; the target is below 1.05. Since this run, σ² and θ have been reparameterised. That is untested at scale, so next is one long replicate before rerunning all 50.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2 is built; Stage 1 is the gap</a:t>
            </a:r>
            <a:endParaRPr lang="en-US" sz="30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194560"/>
                <a:gridCol w="3108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Piece of work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Next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Two-stage model, GP, dual likelihood, I* = 0 comparison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Code is tested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Show that vector data improve the map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yet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Redesign the study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T+H biting model, EIP, temperature-dependent c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Port hackathon code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Biting rate × human behaviour × interventions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Equations first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VCOM: reuse or build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Plan only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One-page verdict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Mozambique real data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Side script</a:t>
                      </a:r>
                      <a:endParaRPr lang="en-US" sz="1500" dirty="0"/>
                    </a:p>
                  </a:txBody>
                  <a:tcPr marL="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 will do, in 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NOW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 the study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Spatial entomology, held-out sites, realistic surveys. One long replicate as a convergence gate. VCOM note.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Stage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514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T+H biting model for a and g, then EIP and c(T), then biting × behaviour × interventions.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IN PARALLEL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 data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514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Mozambique pipeline in a side script, to find model flaws early. Then rerun the full study.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Paper: keep writing the structure, but stop polishing numbers from the current study until it is redesigned.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Prevalence link: keep the bounded 1 − exp(−Σ I·q), or use the linear Σ I·q?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Should γ include days per month, so it is a pure reporting proportion?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Is map accuracy at held-out sites the right headline metric?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EIP and temperature-dependent c: build my own, or reuse VCOM or Stopard–Churcher?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If surveys become rare, is prevalence-only fitting the next scenario to simulate?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iWave Minimal">
  <a:themeElements>
    <a:clrScheme name="EpiWave Minimal">
      <a:dk1>
        <a:srgbClr val="1A1A1A"/>
      </a:dk1>
      <a:lt1>
        <a:srgbClr val="FFFFFF"/>
      </a:lt1>
      <a:dk2>
        <a:srgbClr val="595959"/>
      </a:dk2>
      <a:lt2>
        <a:srgbClr val="F2F2F2"/>
      </a:lt2>
      <a:accent1>
        <a:srgbClr val="1F4E79"/>
      </a:accent1>
      <a:accent2>
        <a:srgbClr val="C55A11"/>
      </a:accent2>
      <a:accent3>
        <a:srgbClr val="7F7F7F"/>
      </a:accent3>
      <a:accent4>
        <a:srgbClr val="A6A6A6"/>
      </a:accent4>
      <a:accent5>
        <a:srgbClr val="404040"/>
      </a:accent5>
      <a:accent6>
        <a:srgbClr val="BFBFBF"/>
      </a:accent6>
      <a:hlink>
        <a:srgbClr val="1F4E79"/>
      </a:hlink>
      <a:folHlink>
        <a:srgbClr val="595959"/>
      </a:folHlink>
    </a:clrScheme>
    <a:fontScheme name="EpiWave Minim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EpiWave-FOI: code and status update</dc:title>
  <dc:subject>PptxGenJS Presentation</dc:subject>
  <dc:creator>Ernest Moyo</dc:creator>
  <cp:lastModifiedBy>Ernest Moyo</cp:lastModifiedBy>
  <cp:revision>1</cp:revision>
  <dcterms:created xsi:type="dcterms:W3CDTF">2026-10-05T11:23:17Z</dcterms:created>
  <dcterms:modified xsi:type="dcterms:W3CDTF">2026-10-05T11:23:17Z</dcterms:modified>
</cp:coreProperties>
</file>